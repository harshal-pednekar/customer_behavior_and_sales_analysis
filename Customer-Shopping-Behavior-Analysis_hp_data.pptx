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DM Sans" panose="020B0604020202020204" charset="0"/>
      <p:regular r:id="rId21"/>
    </p:embeddedFont>
    <p:embeddedFont>
      <p:font typeface="DM Sans Bold" panose="020B0604020202020204" charset="0"/>
      <p:regular r:id="rId22"/>
    </p:embeddedFont>
    <p:embeddedFont>
      <p:font typeface="Libre Baskerville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282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4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Analyzing </a:t>
            </a: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4,500 customer records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uncover purchasing trends, segmentation, and actionable business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113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5847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4,500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40342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Records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72433" y="175847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20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3272433" y="240342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8747" y="175847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54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048747" y="240342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8747" y="270993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23797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Details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60119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Gender, Location, Subscription Status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49701" y="323797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&amp; Behavior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49701" y="360119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Category, Amount, Discount, Frequency, Payment Method, Review Rating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4944D1-DCE8-44F5-814E-72FB9EC81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206" y="4295697"/>
            <a:ext cx="3000794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82947"/>
            <a:ext cx="4722763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 — Python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96119" y="1343174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96119" y="1524521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1610618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1846659"/>
            <a:ext cx="4722763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via pandas; used </a:t>
            </a:r>
            <a:r>
              <a:rPr lang="en-US" sz="9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9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6119" y="2198266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6119" y="2379613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496119" y="2465710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Data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2701751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missing Review Ratings using median per category; standardized column names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6119" y="3048595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6119" y="3229942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11"/>
          <p:cNvSpPr/>
          <p:nvPr/>
        </p:nvSpPr>
        <p:spPr>
          <a:xfrm>
            <a:off x="496119" y="3316039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6119" y="3552081"/>
            <a:ext cx="4722763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</a:t>
            </a:r>
            <a:r>
              <a:rPr lang="en-US" sz="9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9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columns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6119" y="3903687"/>
            <a:ext cx="230312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96119" y="4085034"/>
            <a:ext cx="472276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5"/>
          <p:cNvSpPr/>
          <p:nvPr/>
        </p:nvSpPr>
        <p:spPr>
          <a:xfrm>
            <a:off x="496119" y="4171131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6119" y="4407173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DataFrame into PostgreSQL for SQL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171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Category &amp; Season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207517"/>
            <a:ext cx="520779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453307"/>
            <a:ext cx="566499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Compared total revenue across product categories to identify top performers.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282" y="935682"/>
            <a:ext cx="2678013" cy="930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075259"/>
            <a:ext cx="815176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Seasonal Revenue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360935"/>
            <a:ext cx="3683422" cy="2388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E2AD08-7FCC-4959-9CB7-7E9E8A489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206" y="4295657"/>
            <a:ext cx="3000794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985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Location &amp; Payment Insights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46200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Location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486049"/>
            <a:ext cx="26387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Identified top-performing geographic locations by total revenue.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53158"/>
            <a:ext cx="2638797" cy="25433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69332" y="1822549"/>
            <a:ext cx="51832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Payment Methods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69332" y="2162398"/>
            <a:ext cx="56404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5 payment methods ranked by revenue contribution.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25" y="2518395"/>
            <a:ext cx="4247852" cy="14018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8873D7-12F9-4B4C-B3B5-C6B0A45B6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975" y="4274052"/>
            <a:ext cx="3000794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083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Ratings &amp; Customer Segments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28180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91395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Highest-rated products identified from customer reviews.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604492"/>
            <a:ext cx="2628230" cy="1548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988" y="200203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2365251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 across New, Returning, and Loyal customer segments.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375" y="2751534"/>
            <a:ext cx="2932807" cy="10278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987737-1CE7-45D7-A11C-46D366286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976" y="4281415"/>
            <a:ext cx="3000794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64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Demographics &amp; Spending Patterns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12913"/>
            <a:ext cx="1143595" cy="706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99687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Spend by Subscription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0338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Subscribed vs. non-subscribed average purchase amounts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112913"/>
            <a:ext cx="1143595" cy="7067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99687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30338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vs. female customer revenue comparison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112913"/>
            <a:ext cx="1143595" cy="7067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99687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0338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revenue across customer age segments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3935BE-C98D-472E-A569-98ADD7E9E5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206" y="4295657"/>
            <a:ext cx="3000794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36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Frequency Distribution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98154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Recurring Shopping Patterns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861370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Analyzed customer distribution across purchase frequency groups to understand repeat behavior and loyalty signals.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339" y="2218730"/>
            <a:ext cx="2628230" cy="1361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D69F1E-FA36-4658-B5B5-B83F3DB63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360" y="4700513"/>
            <a:ext cx="1310640" cy="442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611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644057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95056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Sales &amp; Product Performance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60553" y="3644057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2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3950568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Behavior &amp; Loyalty Analysis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4F8306-0AFB-44C9-AFC8-1F0A9F390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360" y="4700513"/>
            <a:ext cx="1310640" cy="442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1A5706-E6CD-41F7-9866-14265033B3A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96093" y="1494159"/>
            <a:ext cx="4187279" cy="2023583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04FF99-E923-4C71-B459-C813A2C878A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571999" y="1494158"/>
            <a:ext cx="4187279" cy="202358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4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70905"/>
            <a:ext cx="4004965" cy="1081534"/>
          </a:xfrm>
          <a:prstGeom prst="roundRect">
            <a:avLst>
              <a:gd name="adj" fmla="val 55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317427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19" y="143433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884462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Optimize Inventory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642842" y="1170905"/>
            <a:ext cx="4005039" cy="1081534"/>
          </a:xfrm>
          <a:prstGeom prst="roundRect">
            <a:avLst>
              <a:gd name="adj" fmla="val 55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89363" y="1317427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1434331"/>
            <a:ext cx="191319" cy="1913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89363" y="1884462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Cross-Sell Products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96119" y="2394198"/>
            <a:ext cx="4004965" cy="1081534"/>
          </a:xfrm>
          <a:prstGeom prst="roundRect">
            <a:avLst>
              <a:gd name="adj" fmla="val 55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640" y="2540719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619" y="2657624"/>
            <a:ext cx="191319" cy="1913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2640" y="3107754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Personalize Offers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642842" y="2394198"/>
            <a:ext cx="4005039" cy="1081534"/>
          </a:xfrm>
          <a:prstGeom prst="roundRect">
            <a:avLst>
              <a:gd name="adj" fmla="val 55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89363" y="2540719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6342" y="2657624"/>
            <a:ext cx="191319" cy="1913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89363" y="3107754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 Experience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496119" y="3617491"/>
            <a:ext cx="4004965" cy="1081534"/>
          </a:xfrm>
          <a:prstGeom prst="roundRect">
            <a:avLst>
              <a:gd name="adj" fmla="val 55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2640" y="3764012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9619" y="3880917"/>
            <a:ext cx="191319" cy="191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2640" y="4331047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Expand Market Reach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4642842" y="3617491"/>
            <a:ext cx="4005039" cy="1081534"/>
          </a:xfrm>
          <a:prstGeom prst="roundRect">
            <a:avLst>
              <a:gd name="adj" fmla="val 55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89363" y="3764012"/>
            <a:ext cx="425276" cy="425276"/>
          </a:xfrm>
          <a:prstGeom prst="ellipse">
            <a:avLst/>
          </a:prstGeom>
          <a:solidFill>
            <a:srgbClr val="B88E23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06342" y="3880917"/>
            <a:ext cx="191319" cy="19131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789363" y="4331047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Optimize Payments</a:t>
            </a:r>
            <a:endParaRPr lang="en-US" sz="13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6D39C78-45D1-4299-9B9B-2D3E11131EF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33360" y="4840784"/>
            <a:ext cx="1310640" cy="3027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297</Words>
  <Application>Microsoft Office PowerPoint</Application>
  <PresentationFormat>On-screen Show (16:9)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Libre Baskerville</vt:lpstr>
      <vt:lpstr>Calibri</vt:lpstr>
      <vt:lpstr>DM Sans Bold</vt:lpstr>
      <vt:lpstr>DM Sans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lastModifiedBy>hp</cp:lastModifiedBy>
  <cp:revision>9</cp:revision>
  <dcterms:created xsi:type="dcterms:W3CDTF">2026-08-18T09:52:34Z</dcterms:created>
  <dcterms:modified xsi:type="dcterms:W3CDTF">2026-08-18T15:23:06Z</dcterms:modified>
</cp:coreProperties>
</file>